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>
      <p:cViewPr varScale="1">
        <p:scale>
          <a:sx n="110" d="100"/>
          <a:sy n="110" d="100"/>
        </p:scale>
        <p:origin x="54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4D37CC-1832-43CE-BD77-D6FA0A823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97CE366-E783-4CB9-A149-6D9B9CD29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3BE79E-4040-49C4-AE4B-066E0A34E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69C5-31E6-4694-BD5D-1B1E8E9721B0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C8F952-7313-46AA-A45D-AE05FA061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B576F9-04E9-4E11-AB64-D17A1916A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A760-A3A2-4D6B-9427-7E99DEEB0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6956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3A7DC3-1CF6-41A4-A32F-9B8AC1033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6E83B3-A757-4932-8DCD-07DAF85D9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7A81509-F169-455C-BBED-AAF4099A6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69C5-31E6-4694-BD5D-1B1E8E9721B0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6940C1-13B3-49F7-9802-78B8555EF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81B39D-6AE9-4566-A229-43A690639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A760-A3A2-4D6B-9427-7E99DEEB0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3902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0985F0-D1C9-49EF-B7DD-6F96A21A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8FCA95-E82E-4193-8566-B39C65ABB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36E0AA-F988-49FE-99A2-A0F5B9B63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69C5-31E6-4694-BD5D-1B1E8E9721B0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DB6252-1727-4BF1-AC96-32B51C5DC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E2FA43-936B-4F16-B616-C5AE38CC4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A760-A3A2-4D6B-9427-7E99DEEB0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639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A1484E-72E5-4ACF-9E0B-15DBE0AF6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3E2BC2-CAB2-4C1D-9C57-090FD73C4F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4E89895-838D-4423-A782-8A817B1BC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06EF527-9E5E-44FD-84B6-B72C7FDFA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69C5-31E6-4694-BD5D-1B1E8E9721B0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C3C8F8-B0DC-4E16-8AD7-6E512FF13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C7629D-F5AA-454F-A819-464CC757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A760-A3A2-4D6B-9427-7E99DEEB0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7077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E5DBD2-7D18-48AF-BCB5-466FD9618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73F64A6-BE68-4370-8D74-C2AF9C333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FEAE3CA-1DCF-4F68-AB7A-047BEF1F1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EE12B1F-9640-461F-9BEB-383BD35EAA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0E214D6-6087-47CC-AD5E-44261E96C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D0F45A-BC1D-489C-9A55-DF83624F3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69C5-31E6-4694-BD5D-1B1E8E9721B0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67C9037-2ADC-4538-AB6E-40F4C4147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7907D3F-738A-49DD-94A7-BC8A5D644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A760-A3A2-4D6B-9427-7E99DEEB0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282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33816F-DADE-46F3-9D0B-8032B4C69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FA83B4-D925-43F5-9E9C-D965A6F8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69C5-31E6-4694-BD5D-1B1E8E9721B0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7DA9978-1051-477D-A6FB-FFCE22D1B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AC2B3E3-CF37-47C7-B569-689975619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A760-A3A2-4D6B-9427-7E99DEEB0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466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FAABB5F-5A3A-45C7-AEA5-65612E206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69C5-31E6-4694-BD5D-1B1E8E9721B0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639C65D-955B-4C18-8169-9AAFC747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28B2D26-A7C4-4B64-9C00-5A04D9F69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A760-A3A2-4D6B-9427-7E99DEEB0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3361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878F60-FD3B-47BB-8958-C7043633A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7289C5-3740-4579-9772-695FE9E50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FE7515A-1838-463A-84DA-09BFC3950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C7509BD-0CC2-41A1-A030-B5E864BBD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69C5-31E6-4694-BD5D-1B1E8E9721B0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5C1AC81-30BB-4DC4-857B-18E73C81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C9360D-47B1-4004-B0EA-825338EE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A760-A3A2-4D6B-9427-7E99DEEB0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23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B98F94-15D3-45F4-B88C-D0B5278B8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2E3F572-E20C-4F02-9365-0D89920A6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E999FA4-7782-46CD-9D49-6B2E225830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88CAF7B-68C3-40AD-B449-A19968B0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69C5-31E6-4694-BD5D-1B1E8E9721B0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0900FF9-0751-4BC7-9252-17B633755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80A678E-592A-4BC4-881F-82D3102BA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A760-A3A2-4D6B-9427-7E99DEEB0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11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9D4F9B-8FE6-47DE-8312-47DA6994B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0835854-7C20-4C8E-85B8-17BD50C1F1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9EE1AA-AE96-41CC-94D9-29C32172C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69C5-31E6-4694-BD5D-1B1E8E9721B0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1FBB45F-26FE-45FB-836A-931B4E472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561D56-F0F5-4103-9634-1FD0FC574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A760-A3A2-4D6B-9427-7E99DEEB0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089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B0E1B4C-7CC1-4ED5-B69B-D6C32BBEF9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46A8040-6CD1-4D1A-8687-CFF2F140EB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7FB1C2-3599-4313-A734-7EC0E452C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569C5-31E6-4694-BD5D-1B1E8E9721B0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52D695-19B8-4DAA-A95C-F403A8B86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FEF57F-45BD-4DB5-B562-0BFBD921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EA760-A3A2-4D6B-9427-7E99DEEB0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248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9D2DC8C-6AA4-4525-8925-A4BD56D61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C319017-C2E7-4D7A-9CFD-D56222F42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632AFE-302E-4160-8D9C-6E39D4B108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569C5-31E6-4694-BD5D-1B1E8E9721B0}" type="datetimeFigureOut">
              <a:rPr lang="de-DE" smtClean="0"/>
              <a:t>25.02.2025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37E07D-C977-4AB4-A3F7-23D4A7F2BA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F8EB3DB-F874-4211-AFC2-3C59D7F96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DEA760-A3A2-4D6B-9427-7E99DEEB0FC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6049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8D20DEDA-3514-471F-B248-1C3F0DD94E46}"/>
              </a:ext>
            </a:extLst>
          </p:cNvPr>
          <p:cNvGrpSpPr/>
          <p:nvPr/>
        </p:nvGrpSpPr>
        <p:grpSpPr>
          <a:xfrm>
            <a:off x="1775520" y="548680"/>
            <a:ext cx="5040560" cy="5040560"/>
            <a:chOff x="1775519" y="548680"/>
            <a:chExt cx="5040560" cy="5040560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05166D4E-666E-4D22-99A8-19DE509B2F59}"/>
                </a:ext>
              </a:extLst>
            </p:cNvPr>
            <p:cNvSpPr/>
            <p:nvPr/>
          </p:nvSpPr>
          <p:spPr>
            <a:xfrm>
              <a:off x="2495600" y="1268760"/>
              <a:ext cx="3600400" cy="3600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D90E4E16-6280-4FCF-8ACB-32DD19D28542}"/>
                </a:ext>
              </a:extLst>
            </p:cNvPr>
            <p:cNvCxnSpPr>
              <a:cxnSpLocks/>
            </p:cNvCxnSpPr>
            <p:nvPr/>
          </p:nvCxnSpPr>
          <p:spPr>
            <a:xfrm>
              <a:off x="1775519" y="1988839"/>
              <a:ext cx="50405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7373F4A1-18F2-49FC-B649-61BCE9518E62}"/>
                </a:ext>
              </a:extLst>
            </p:cNvPr>
            <p:cNvCxnSpPr>
              <a:cxnSpLocks/>
            </p:cNvCxnSpPr>
            <p:nvPr/>
          </p:nvCxnSpPr>
          <p:spPr>
            <a:xfrm>
              <a:off x="1775519" y="2708919"/>
              <a:ext cx="50405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A38FDA5E-89D9-4F56-9305-C82DD463AD38}"/>
                </a:ext>
              </a:extLst>
            </p:cNvPr>
            <p:cNvCxnSpPr>
              <a:cxnSpLocks/>
            </p:cNvCxnSpPr>
            <p:nvPr/>
          </p:nvCxnSpPr>
          <p:spPr>
            <a:xfrm>
              <a:off x="1775519" y="3428999"/>
              <a:ext cx="50405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5C07A23C-00E1-414C-8D12-B0494F9BB0C6}"/>
                </a:ext>
              </a:extLst>
            </p:cNvPr>
            <p:cNvCxnSpPr>
              <a:cxnSpLocks/>
            </p:cNvCxnSpPr>
            <p:nvPr/>
          </p:nvCxnSpPr>
          <p:spPr>
            <a:xfrm>
              <a:off x="1775519" y="4150742"/>
              <a:ext cx="504056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CFDE3990-45EB-4550-A030-E21976B4B886}"/>
                </a:ext>
              </a:extLst>
            </p:cNvPr>
            <p:cNvCxnSpPr>
              <a:cxnSpLocks/>
            </p:cNvCxnSpPr>
            <p:nvPr/>
          </p:nvCxnSpPr>
          <p:spPr>
            <a:xfrm>
              <a:off x="3215680" y="548680"/>
              <a:ext cx="0" cy="50405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6BDDB0F1-B2DC-4375-AF2A-6BBDF99ABE4B}"/>
                </a:ext>
              </a:extLst>
            </p:cNvPr>
            <p:cNvCxnSpPr>
              <a:cxnSpLocks/>
            </p:cNvCxnSpPr>
            <p:nvPr/>
          </p:nvCxnSpPr>
          <p:spPr>
            <a:xfrm>
              <a:off x="3935760" y="548680"/>
              <a:ext cx="0" cy="50405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A395AC36-C65B-43DD-91FF-5E57CBD9A7A0}"/>
                </a:ext>
              </a:extLst>
            </p:cNvPr>
            <p:cNvCxnSpPr>
              <a:cxnSpLocks/>
            </p:cNvCxnSpPr>
            <p:nvPr/>
          </p:nvCxnSpPr>
          <p:spPr>
            <a:xfrm>
              <a:off x="4655840" y="548680"/>
              <a:ext cx="0" cy="50405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1ED55D62-B482-401E-96CD-0913074E130E}"/>
                </a:ext>
              </a:extLst>
            </p:cNvPr>
            <p:cNvCxnSpPr>
              <a:cxnSpLocks/>
            </p:cNvCxnSpPr>
            <p:nvPr/>
          </p:nvCxnSpPr>
          <p:spPr>
            <a:xfrm>
              <a:off x="5375920" y="548680"/>
              <a:ext cx="0" cy="50405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BE4747FC-77CD-407A-B0AE-D4FD0C86CE42}"/>
                </a:ext>
              </a:extLst>
            </p:cNvPr>
            <p:cNvSpPr txBox="1"/>
            <p:nvPr/>
          </p:nvSpPr>
          <p:spPr>
            <a:xfrm>
              <a:off x="2520306" y="1443302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1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278AA2D5-B43D-433B-9112-328C11F008DD}"/>
                </a:ext>
              </a:extLst>
            </p:cNvPr>
            <p:cNvSpPr txBox="1"/>
            <p:nvPr/>
          </p:nvSpPr>
          <p:spPr>
            <a:xfrm>
              <a:off x="3228039" y="1443302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2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24473488-AD7D-4BA2-B2C9-A07E60A97A99}"/>
                </a:ext>
              </a:extLst>
            </p:cNvPr>
            <p:cNvSpPr txBox="1"/>
            <p:nvPr/>
          </p:nvSpPr>
          <p:spPr>
            <a:xfrm>
              <a:off x="3923415" y="1443302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3</a:t>
              </a:r>
            </a:p>
          </p:txBody>
        </p:sp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640EB5B4-D694-49AC-B6B7-8F1CEBA517F5}"/>
                </a:ext>
              </a:extLst>
            </p:cNvPr>
            <p:cNvSpPr txBox="1"/>
            <p:nvPr/>
          </p:nvSpPr>
          <p:spPr>
            <a:xfrm>
              <a:off x="4668185" y="1443302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4</a:t>
              </a: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C11E8655-88A1-41D2-9AAA-91DC7395AE47}"/>
                </a:ext>
              </a:extLst>
            </p:cNvPr>
            <p:cNvSpPr txBox="1"/>
            <p:nvPr/>
          </p:nvSpPr>
          <p:spPr>
            <a:xfrm>
              <a:off x="5372796" y="1443302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5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2B2A33B7-D9F9-4076-826A-9FFFFBD5F136}"/>
                </a:ext>
              </a:extLst>
            </p:cNvPr>
            <p:cNvSpPr txBox="1"/>
            <p:nvPr/>
          </p:nvSpPr>
          <p:spPr>
            <a:xfrm>
              <a:off x="2508987" y="2163381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6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85911EFD-3189-42A7-9D68-7C7CB4B4257A}"/>
                </a:ext>
              </a:extLst>
            </p:cNvPr>
            <p:cNvSpPr txBox="1"/>
            <p:nvPr/>
          </p:nvSpPr>
          <p:spPr>
            <a:xfrm>
              <a:off x="3216720" y="2163381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7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BC82A890-9A5B-493D-90E9-0B7B6FDCE13C}"/>
                </a:ext>
              </a:extLst>
            </p:cNvPr>
            <p:cNvSpPr txBox="1"/>
            <p:nvPr/>
          </p:nvSpPr>
          <p:spPr>
            <a:xfrm>
              <a:off x="3912096" y="2163381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8</a:t>
              </a:r>
            </a:p>
          </p:txBody>
        </p:sp>
        <p:sp>
          <p:nvSpPr>
            <p:cNvPr id="26" name="Textfeld 25">
              <a:extLst>
                <a:ext uri="{FF2B5EF4-FFF2-40B4-BE49-F238E27FC236}">
                  <a16:creationId xmlns:a16="http://schemas.microsoft.com/office/drawing/2014/main" id="{6883801E-E33D-4FBE-954D-3D17415F14D9}"/>
                </a:ext>
              </a:extLst>
            </p:cNvPr>
            <p:cNvSpPr txBox="1"/>
            <p:nvPr/>
          </p:nvSpPr>
          <p:spPr>
            <a:xfrm>
              <a:off x="4656866" y="2163381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9</a:t>
              </a:r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79E1D613-87AD-4F1F-A8A4-974C3E1EF9A1}"/>
                </a:ext>
              </a:extLst>
            </p:cNvPr>
            <p:cNvSpPr txBox="1"/>
            <p:nvPr/>
          </p:nvSpPr>
          <p:spPr>
            <a:xfrm>
              <a:off x="5361477" y="2163381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10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A91E2F58-AA21-4165-AA1D-3AF190C6589A}"/>
                </a:ext>
              </a:extLst>
            </p:cNvPr>
            <p:cNvSpPr txBox="1"/>
            <p:nvPr/>
          </p:nvSpPr>
          <p:spPr>
            <a:xfrm>
              <a:off x="2500279" y="2883460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11</a:t>
              </a: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8AFA07C7-C9C2-436E-B8DB-0B72FBDEDE3A}"/>
                </a:ext>
              </a:extLst>
            </p:cNvPr>
            <p:cNvSpPr txBox="1"/>
            <p:nvPr/>
          </p:nvSpPr>
          <p:spPr>
            <a:xfrm>
              <a:off x="3208012" y="2883460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12</a:t>
              </a: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50E3285F-5A3B-4FD4-878F-D965A3A9AFCF}"/>
                </a:ext>
              </a:extLst>
            </p:cNvPr>
            <p:cNvSpPr txBox="1"/>
            <p:nvPr/>
          </p:nvSpPr>
          <p:spPr>
            <a:xfrm>
              <a:off x="3903388" y="2883460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13</a:t>
              </a: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EC2F83D8-48BD-4D1E-B309-7E5BB4EC3B10}"/>
                </a:ext>
              </a:extLst>
            </p:cNvPr>
            <p:cNvSpPr txBox="1"/>
            <p:nvPr/>
          </p:nvSpPr>
          <p:spPr>
            <a:xfrm>
              <a:off x="4648158" y="2883460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14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B29345B1-419D-4602-9F9A-67BC9572A42C}"/>
                </a:ext>
              </a:extLst>
            </p:cNvPr>
            <p:cNvSpPr txBox="1"/>
            <p:nvPr/>
          </p:nvSpPr>
          <p:spPr>
            <a:xfrm>
              <a:off x="5352769" y="2883460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15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21E485A5-5AD3-4BB3-8B68-228AD1F26B8C}"/>
                </a:ext>
              </a:extLst>
            </p:cNvPr>
            <p:cNvSpPr txBox="1"/>
            <p:nvPr/>
          </p:nvSpPr>
          <p:spPr>
            <a:xfrm>
              <a:off x="2515735" y="3603539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16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2DC425D7-1E63-4F54-AAA4-C38387F9AD1E}"/>
                </a:ext>
              </a:extLst>
            </p:cNvPr>
            <p:cNvSpPr txBox="1"/>
            <p:nvPr/>
          </p:nvSpPr>
          <p:spPr>
            <a:xfrm>
              <a:off x="3223468" y="3603539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17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D07574C2-05A7-4489-AEEE-4E05E133AEFE}"/>
                </a:ext>
              </a:extLst>
            </p:cNvPr>
            <p:cNvSpPr txBox="1"/>
            <p:nvPr/>
          </p:nvSpPr>
          <p:spPr>
            <a:xfrm>
              <a:off x="3918844" y="3603539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18</a:t>
              </a: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6BBFDCF1-EF6E-4827-8DCD-A5E68358B576}"/>
                </a:ext>
              </a:extLst>
            </p:cNvPr>
            <p:cNvSpPr txBox="1"/>
            <p:nvPr/>
          </p:nvSpPr>
          <p:spPr>
            <a:xfrm>
              <a:off x="4663614" y="3603539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19</a:t>
              </a: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7C73176D-61BA-4E4E-B42E-25E8FCE07693}"/>
                </a:ext>
              </a:extLst>
            </p:cNvPr>
            <p:cNvSpPr txBox="1"/>
            <p:nvPr/>
          </p:nvSpPr>
          <p:spPr>
            <a:xfrm>
              <a:off x="5368225" y="3603539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20</a:t>
              </a:r>
            </a:p>
          </p:txBody>
        </p: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C2AC3569-6851-4142-BF08-BCF219275C5E}"/>
                </a:ext>
              </a:extLst>
            </p:cNvPr>
            <p:cNvSpPr txBox="1"/>
            <p:nvPr/>
          </p:nvSpPr>
          <p:spPr>
            <a:xfrm>
              <a:off x="2508987" y="4325285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21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DEB7B36F-FCDF-4908-AD2B-31A32A85F59B}"/>
                </a:ext>
              </a:extLst>
            </p:cNvPr>
            <p:cNvSpPr txBox="1"/>
            <p:nvPr/>
          </p:nvSpPr>
          <p:spPr>
            <a:xfrm>
              <a:off x="3216720" y="4325285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22</a:t>
              </a: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F50796E9-6723-4DEB-A67E-15BF9CB70112}"/>
                </a:ext>
              </a:extLst>
            </p:cNvPr>
            <p:cNvSpPr txBox="1"/>
            <p:nvPr/>
          </p:nvSpPr>
          <p:spPr>
            <a:xfrm>
              <a:off x="3912096" y="4325285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23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E57B8A33-5D04-45B9-9DBD-1B07076D615B}"/>
                </a:ext>
              </a:extLst>
            </p:cNvPr>
            <p:cNvSpPr txBox="1"/>
            <p:nvPr/>
          </p:nvSpPr>
          <p:spPr>
            <a:xfrm>
              <a:off x="4656866" y="4325285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24</a:t>
              </a: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56418F14-4282-48E5-8876-D9F59187A431}"/>
                </a:ext>
              </a:extLst>
            </p:cNvPr>
            <p:cNvSpPr txBox="1"/>
            <p:nvPr/>
          </p:nvSpPr>
          <p:spPr>
            <a:xfrm>
              <a:off x="5361477" y="4325285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25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7266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uppieren 48">
            <a:extLst>
              <a:ext uri="{FF2B5EF4-FFF2-40B4-BE49-F238E27FC236}">
                <a16:creationId xmlns:a16="http://schemas.microsoft.com/office/drawing/2014/main" id="{BF35BFEA-772D-43CF-AA0D-2B0BF91915BB}"/>
              </a:ext>
            </a:extLst>
          </p:cNvPr>
          <p:cNvGrpSpPr/>
          <p:nvPr/>
        </p:nvGrpSpPr>
        <p:grpSpPr>
          <a:xfrm>
            <a:off x="1776000" y="549000"/>
            <a:ext cx="3613798" cy="3601234"/>
            <a:chOff x="4643483" y="547846"/>
            <a:chExt cx="3613798" cy="3601234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05166D4E-666E-4D22-99A8-19DE509B2F59}"/>
                </a:ext>
              </a:extLst>
            </p:cNvPr>
            <p:cNvSpPr/>
            <p:nvPr/>
          </p:nvSpPr>
          <p:spPr>
            <a:xfrm>
              <a:off x="5376736" y="1267723"/>
              <a:ext cx="2154746" cy="216127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D90E4E16-6280-4FCF-8ACB-32DD19D28542}"/>
                </a:ext>
              </a:extLst>
            </p:cNvPr>
            <p:cNvCxnSpPr>
              <a:cxnSpLocks/>
            </p:cNvCxnSpPr>
            <p:nvPr/>
          </p:nvCxnSpPr>
          <p:spPr>
            <a:xfrm>
              <a:off x="4643483" y="1989000"/>
              <a:ext cx="3613798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7373F4A1-18F2-49FC-B649-61BCE9518E62}"/>
                </a:ext>
              </a:extLst>
            </p:cNvPr>
            <p:cNvCxnSpPr>
              <a:cxnSpLocks/>
            </p:cNvCxnSpPr>
            <p:nvPr/>
          </p:nvCxnSpPr>
          <p:spPr>
            <a:xfrm>
              <a:off x="4656000" y="2709000"/>
              <a:ext cx="360128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CFDE3990-45EB-4550-A030-E21976B4B88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547846"/>
              <a:ext cx="0" cy="36012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Gerader Verbinder 14">
              <a:extLst>
                <a:ext uri="{FF2B5EF4-FFF2-40B4-BE49-F238E27FC236}">
                  <a16:creationId xmlns:a16="http://schemas.microsoft.com/office/drawing/2014/main" id="{6BDDB0F1-B2DC-4375-AF2A-6BBDF99ABE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3735" y="547846"/>
              <a:ext cx="7828" cy="360123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BE4747FC-77CD-407A-B0AE-D4FD0C86CE42}"/>
                </a:ext>
              </a:extLst>
            </p:cNvPr>
            <p:cNvSpPr txBox="1"/>
            <p:nvPr/>
          </p:nvSpPr>
          <p:spPr>
            <a:xfrm>
              <a:off x="5405962" y="1444137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1</a:t>
              </a:r>
            </a:p>
          </p:txBody>
        </p:sp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278AA2D5-B43D-433B-9112-328C11F008DD}"/>
                </a:ext>
              </a:extLst>
            </p:cNvPr>
            <p:cNvSpPr txBox="1"/>
            <p:nvPr/>
          </p:nvSpPr>
          <p:spPr>
            <a:xfrm>
              <a:off x="6113695" y="1444137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2</a:t>
              </a:r>
            </a:p>
          </p:txBody>
        </p:sp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24473488-AD7D-4BA2-B2C9-A07E60A97A99}"/>
                </a:ext>
              </a:extLst>
            </p:cNvPr>
            <p:cNvSpPr txBox="1"/>
            <p:nvPr/>
          </p:nvSpPr>
          <p:spPr>
            <a:xfrm>
              <a:off x="6809071" y="1444137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3</a:t>
              </a: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2B2A33B7-D9F9-4076-826A-9FFFFBD5F136}"/>
                </a:ext>
              </a:extLst>
            </p:cNvPr>
            <p:cNvSpPr txBox="1"/>
            <p:nvPr/>
          </p:nvSpPr>
          <p:spPr>
            <a:xfrm>
              <a:off x="5394643" y="2164216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4</a:t>
              </a:r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85911EFD-3189-42A7-9D68-7C7CB4B4257A}"/>
                </a:ext>
              </a:extLst>
            </p:cNvPr>
            <p:cNvSpPr txBox="1"/>
            <p:nvPr/>
          </p:nvSpPr>
          <p:spPr>
            <a:xfrm>
              <a:off x="6102376" y="2164216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5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BC82A890-9A5B-493D-90E9-0B7B6FDCE13C}"/>
                </a:ext>
              </a:extLst>
            </p:cNvPr>
            <p:cNvSpPr txBox="1"/>
            <p:nvPr/>
          </p:nvSpPr>
          <p:spPr>
            <a:xfrm>
              <a:off x="6797752" y="2164216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6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A91E2F58-AA21-4165-AA1D-3AF190C6589A}"/>
                </a:ext>
              </a:extLst>
            </p:cNvPr>
            <p:cNvSpPr txBox="1"/>
            <p:nvPr/>
          </p:nvSpPr>
          <p:spPr>
            <a:xfrm>
              <a:off x="5385935" y="2884295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7</a:t>
              </a: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8AFA07C7-C9C2-436E-B8DB-0B72FBDEDE3A}"/>
                </a:ext>
              </a:extLst>
            </p:cNvPr>
            <p:cNvSpPr txBox="1"/>
            <p:nvPr/>
          </p:nvSpPr>
          <p:spPr>
            <a:xfrm>
              <a:off x="6093668" y="2884295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8</a:t>
              </a: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50E3285F-5A3B-4FD4-878F-D965A3A9AFCF}"/>
                </a:ext>
              </a:extLst>
            </p:cNvPr>
            <p:cNvSpPr txBox="1"/>
            <p:nvPr/>
          </p:nvSpPr>
          <p:spPr>
            <a:xfrm>
              <a:off x="6789044" y="2884295"/>
              <a:ext cx="720067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de-DE" dirty="0"/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1714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Breitbild</PresentationFormat>
  <Paragraphs>34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Schmidt, Florian</dc:creator>
  <cp:lastModifiedBy>Schmidt, Florian</cp:lastModifiedBy>
  <cp:revision>2</cp:revision>
  <dcterms:created xsi:type="dcterms:W3CDTF">2025-02-25T13:48:43Z</dcterms:created>
  <dcterms:modified xsi:type="dcterms:W3CDTF">2025-02-25T13:52:28Z</dcterms:modified>
</cp:coreProperties>
</file>