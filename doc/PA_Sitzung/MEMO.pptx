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>
        <p:scale>
          <a:sx n="150" d="100"/>
          <a:sy n="150" d="100"/>
        </p:scale>
        <p:origin x="-852" y="-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B4536-EA4B-4DFB-8D81-36405C1D9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22D32C-27E6-4754-9D19-ED028F21D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41F43C-F444-47A5-B87B-71BDFF3C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9168D4-B902-47D3-AC22-9A58E0B9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207496-6AD7-4A57-B988-087D0DBE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491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F6C9FB-16AC-4F8F-B5D2-A489FF1B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1F24B2-3A5E-4759-B33E-0CE29D775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A84245-B724-4BE4-B6F8-3D1C00A41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7B50A7-693B-4869-A394-8DE9B37D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14B110-23D7-4C48-84AB-058CB52D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24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682C0-C5DB-4F67-A50D-B162E8DA3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091120-4D35-4CAD-9572-9F02AEEE2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8479A-18FC-47F6-BB4C-A828BC81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D9DA95-6C73-4AB2-82AB-BB817C31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DA3163-8F9A-4AB8-B3B5-052FB758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308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4690C-D3F5-48E4-AE4C-1CED33DF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6A947E-15B5-49F2-9C2F-25FA9625B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AFB890-0899-41C3-9247-0A1E091C6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B85A65-3CF6-4124-A148-A15406BA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716BC4-8BAD-414C-BD57-120B3D8B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A27A79-06F6-4318-A087-803CFA541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12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18D65-32FF-48D9-A0B1-82656502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442FC1-77BF-493C-9050-4C72792FE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A96941-64FE-4BC2-AFE3-09CAF3E76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2780F9E-A5D1-4369-AF09-BA2EA6BEC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5C0A8A-9AAA-4F4B-944F-6A7F7159B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432738F-DD68-4FA8-A587-F507F31E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483DB1C-81FB-4B62-9186-4176C2D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2FFD7B4-5C74-40A0-A4A5-59A9CB6F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73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194FC-ED54-4511-9E6A-3F9FA4DE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2693AA-C8B7-4F3F-9372-878DC905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8D6AC7-1481-4CC5-82E1-05B98CE3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E654EC-260B-469E-A555-DAD894FD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43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9176D3-0213-4F61-B375-C8EDDC70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3A55C9A-4B1F-48C7-8BB7-64F59D16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F82CA6-3F73-4B2D-B9AB-86052C10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33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C579B-0970-4247-8FB6-D234D7E8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D9618-261B-4123-9C9B-DB782160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E462930-6951-491E-BD0C-758305216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28A182-8883-4C77-ACFD-8EA5A5EC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FD011E-C45F-435F-895A-55CD6DED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C28D98-F176-4772-B54D-CD78DC13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20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19023-4AA3-4BA6-A798-49F94080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AF605A-DDF5-46C3-916F-91C12F26C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ECF5B7-0512-48A4-B09E-C29F0932C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0B8C19-B727-4546-899F-7375A201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B8C451-BCE0-49C6-AB37-1A6D67FA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8C2768-5ECB-47A7-A048-55491CD1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0483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D4D06-0D7D-459B-9A22-35B5B78DB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F3A059-AB5E-4965-9770-07F423999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93F168-594B-4C95-8E0D-DA3803F9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F0BC94-6BDD-4B92-A057-77536198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00091F-936A-41F0-A583-619D9C47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34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96CBD6F-80EF-4F68-A8FD-9BA915620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595FD3-41DD-4C6B-B9E2-60D1A6C67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1124F2-22B1-42CC-83C1-3ADD0ED9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51A494-67EB-42EC-BFD3-E139C170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2C0250-57BE-4916-A484-D8E879EF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234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DB5C6FF-242C-48C0-8A0C-7B11CF3CE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F82EE2-0369-4E3E-BBE6-6B98EA39E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ADB357-D9DE-47EC-A820-F5E654540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2844E-8EEF-4B6C-BBF2-304A42EC3BBF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697541-C1B0-4A09-83D8-CEF020560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39F922-FBE9-4B03-99FB-50E2666FF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D7E94-7D06-42DD-A7C7-67BC01696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66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C7D82E-3C19-4EF8-8D9C-D277D5C66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MEMO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7355DA-8582-4C0D-834E-F1ACCEEA7B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653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15159D-1C7F-45BD-A443-D0B20726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Regressives NN Model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D792F87-DC9E-4F96-9751-D65A163B3227}"/>
              </a:ext>
            </a:extLst>
          </p:cNvPr>
          <p:cNvSpPr/>
          <p:nvPr/>
        </p:nvSpPr>
        <p:spPr>
          <a:xfrm>
            <a:off x="1593906" y="2919521"/>
            <a:ext cx="209725" cy="2097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7840A90-493F-4F5B-A685-BE92283D6DA4}"/>
              </a:ext>
            </a:extLst>
          </p:cNvPr>
          <p:cNvSpPr/>
          <p:nvPr/>
        </p:nvSpPr>
        <p:spPr>
          <a:xfrm>
            <a:off x="1602296" y="2502791"/>
            <a:ext cx="209725" cy="2097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820A6AA-9A4F-4976-BBE5-B72B0FF29886}"/>
              </a:ext>
            </a:extLst>
          </p:cNvPr>
          <p:cNvSpPr/>
          <p:nvPr/>
        </p:nvSpPr>
        <p:spPr>
          <a:xfrm>
            <a:off x="1593905" y="4358079"/>
            <a:ext cx="209725" cy="2097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068DF82-B98F-4E6B-A990-B0216A12F5CB}"/>
              </a:ext>
            </a:extLst>
          </p:cNvPr>
          <p:cNvSpPr/>
          <p:nvPr/>
        </p:nvSpPr>
        <p:spPr>
          <a:xfrm>
            <a:off x="1602295" y="4770538"/>
            <a:ext cx="209725" cy="2097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BB0653B-D314-4945-9949-697C4DB54821}"/>
              </a:ext>
            </a:extLst>
          </p:cNvPr>
          <p:cNvSpPr/>
          <p:nvPr/>
        </p:nvSpPr>
        <p:spPr>
          <a:xfrm>
            <a:off x="1698768" y="353176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CDCD8BF-6F7C-42E5-9BD3-FB888E0AA443}"/>
              </a:ext>
            </a:extLst>
          </p:cNvPr>
          <p:cNvSpPr/>
          <p:nvPr/>
        </p:nvSpPr>
        <p:spPr>
          <a:xfrm>
            <a:off x="1698768" y="379912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EDF8B7A-9CF4-435D-BD1C-0979046597F9}"/>
              </a:ext>
            </a:extLst>
          </p:cNvPr>
          <p:cNvSpPr/>
          <p:nvPr/>
        </p:nvSpPr>
        <p:spPr>
          <a:xfrm>
            <a:off x="1698768" y="39892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23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ABDF6-7D53-472D-87E0-2A9CFCE4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45DCE1-6ADD-4728-8BCE-7FBB7CF6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Data Augmentation </a:t>
            </a:r>
            <a:r>
              <a:rPr lang="de-DE" dirty="0">
                <a:sym typeface="Wingdings" panose="05000000000000000000" pitchFamily="2" charset="2"/>
              </a:rPr>
              <a:t> Modell robuster machen</a:t>
            </a:r>
          </a:p>
          <a:p>
            <a:r>
              <a:rPr lang="de-DE" dirty="0">
                <a:sym typeface="Wingdings" panose="05000000000000000000" pitchFamily="2" charset="2"/>
              </a:rPr>
              <a:t>Vorhersage Position von Defekten in Membran?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2730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Breitbild</PresentationFormat>
  <Paragraphs>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MEMO</vt:lpstr>
      <vt:lpstr>Regressives NN Model</vt:lpstr>
      <vt:lpstr>Ausblick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</dc:title>
  <dc:creator>Florian Schmidt</dc:creator>
  <cp:lastModifiedBy>Florian Schmidt</cp:lastModifiedBy>
  <cp:revision>2</cp:revision>
  <dcterms:created xsi:type="dcterms:W3CDTF">2024-11-04T08:55:12Z</dcterms:created>
  <dcterms:modified xsi:type="dcterms:W3CDTF">2024-11-04T09:47:31Z</dcterms:modified>
</cp:coreProperties>
</file>